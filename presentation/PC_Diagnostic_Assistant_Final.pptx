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a94defc394667" /><Relationship Type="http://schemas.openxmlformats.org/officeDocument/2006/relationships/extended-properties" Target="/docProps/app.xml" Id="R583999c760b042f8" /><Relationship Type="http://schemas.openxmlformats.org/officeDocument/2006/relationships/officeDocument" Target="/ppt/presentation.xml" Id="R5b5b661f295a4d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11f82f90cc4a04"/>
  </p:sldMasterIdLst>
  <p:notesMasterIdLst>
    <p:notesMasterId xmlns:r="http://schemas.openxmlformats.org/officeDocument/2006/relationships" r:id="R7359f75b5eb047dc"/>
  </p:notesMasterIdLst>
  <p:sldIdLst>
    <p:sldId xmlns:r="http://schemas.openxmlformats.org/officeDocument/2006/relationships" id="256" r:id="R5d26ad8923b340b5"/>
    <p:sldId xmlns:r="http://schemas.openxmlformats.org/officeDocument/2006/relationships" id="257" r:id="R694bf22ef62b4792"/>
    <p:sldId xmlns:r="http://schemas.openxmlformats.org/officeDocument/2006/relationships" id="258" r:id="R07d8929477db4d80"/>
    <p:sldId xmlns:r="http://schemas.openxmlformats.org/officeDocument/2006/relationships" id="259" r:id="Rfd2f7834fd7c4c14"/>
    <p:sldId xmlns:r="http://schemas.openxmlformats.org/officeDocument/2006/relationships" id="260" r:id="Rb4162fad036d4dee"/>
    <p:sldId xmlns:r="http://schemas.openxmlformats.org/officeDocument/2006/relationships" id="261" r:id="R023b073cd64b4704"/>
    <p:sldId xmlns:r="http://schemas.openxmlformats.org/officeDocument/2006/relationships" id="262" r:id="Re49005a0a8b24b94"/>
    <p:sldId xmlns:r="http://schemas.openxmlformats.org/officeDocument/2006/relationships" id="263" r:id="R973b0fcb63574ecf"/>
    <p:sldId xmlns:r="http://schemas.openxmlformats.org/officeDocument/2006/relationships" id="264" r:id="R214c62a810a942d9"/>
    <p:sldId xmlns:r="http://schemas.openxmlformats.org/officeDocument/2006/relationships" id="265" r:id="R6c4ed7df6e6d4cb9"/>
    <p:sldId xmlns:r="http://schemas.openxmlformats.org/officeDocument/2006/relationships" id="266" r:id="R30a0d305a8464d1f"/>
    <p:sldId xmlns:r="http://schemas.openxmlformats.org/officeDocument/2006/relationships" id="267" r:id="R7bb37578543d44a3"/>
    <p:sldId xmlns:r="http://schemas.openxmlformats.org/officeDocument/2006/relationships" id="268" r:id="Rb4e3e5a5e5a748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b0df980c4b46a3" /><Relationship Type="http://schemas.openxmlformats.org/officeDocument/2006/relationships/slideMaster" Target="/ppt/slideMasters/slideMaster1.xml" Id="Rf711f82f90cc4a04" /><Relationship Type="http://schemas.openxmlformats.org/officeDocument/2006/relationships/notesMaster" Target="/ppt/notesMasters/notesMaster1.xml" Id="R7359f75b5eb047dc" /><Relationship Type="http://schemas.openxmlformats.org/officeDocument/2006/relationships/presProps" Target="/ppt/presProps.xml" Id="Rcd39e080a4f74446" /><Relationship Type="http://schemas.openxmlformats.org/officeDocument/2006/relationships/tableStyles" Target="/ppt/tableStyles.xml" Id="R0ab373a3ead84cfe" /><Relationship Type="http://schemas.openxmlformats.org/officeDocument/2006/relationships/slide" Target="/ppt/slides/slide1.xml" Id="R5d26ad8923b340b5" /><Relationship Type="http://schemas.openxmlformats.org/officeDocument/2006/relationships/slide" Target="/ppt/slides/slide2.xml" Id="R694bf22ef62b4792" /><Relationship Type="http://schemas.openxmlformats.org/officeDocument/2006/relationships/slide" Target="/ppt/slides/slide3.xml" Id="R07d8929477db4d80" /><Relationship Type="http://schemas.openxmlformats.org/officeDocument/2006/relationships/slide" Target="/ppt/slides/slide4.xml" Id="Rfd2f7834fd7c4c14" /><Relationship Type="http://schemas.openxmlformats.org/officeDocument/2006/relationships/slide" Target="/ppt/slides/slide5.xml" Id="Rb4162fad036d4dee" /><Relationship Type="http://schemas.openxmlformats.org/officeDocument/2006/relationships/slide" Target="/ppt/slides/slide6.xml" Id="R023b073cd64b4704" /><Relationship Type="http://schemas.openxmlformats.org/officeDocument/2006/relationships/slide" Target="/ppt/slides/slide7.xml" Id="Re49005a0a8b24b94" /><Relationship Type="http://schemas.openxmlformats.org/officeDocument/2006/relationships/slide" Target="/ppt/slides/slide8.xml" Id="R973b0fcb63574ecf" /><Relationship Type="http://schemas.openxmlformats.org/officeDocument/2006/relationships/slide" Target="/ppt/slides/slide9.xml" Id="R214c62a810a942d9" /><Relationship Type="http://schemas.openxmlformats.org/officeDocument/2006/relationships/slide" Target="/ppt/slides/slide10.xml" Id="R6c4ed7df6e6d4cb9" /><Relationship Type="http://schemas.openxmlformats.org/officeDocument/2006/relationships/slide" Target="/ppt/slides/slide11.xml" Id="R30a0d305a8464d1f" /><Relationship Type="http://schemas.openxmlformats.org/officeDocument/2006/relationships/slide" Target="/ppt/slides/slide12.xml" Id="R7bb37578543d44a3" /><Relationship Type="http://schemas.openxmlformats.org/officeDocument/2006/relationships/slide" Target="/ppt/slides/slide13.xml" Id="Rb4e3e5a5e5a748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95e90d45d2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fac65b2f6a4f63" /><Relationship Type="http://schemas.openxmlformats.org/officeDocument/2006/relationships/notesMaster" Target="/ppt/notesMasters/notesMaster1.xml" Id="R14ed938c0c2147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d169fe90f4e82" /><Relationship Type="http://schemas.openxmlformats.org/officeDocument/2006/relationships/notesMaster" Target="/ppt/notesMasters/notesMaster1.xml" Id="Rcda852103b0f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3ba0fc4f324391" /><Relationship Type="http://schemas.openxmlformats.org/officeDocument/2006/relationships/notesMaster" Target="/ppt/notesMasters/notesMaster1.xml" Id="Rf0f6ac3951b847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9af08258b41c7" /><Relationship Type="http://schemas.openxmlformats.org/officeDocument/2006/relationships/notesMaster" Target="/ppt/notesMasters/notesMaster1.xml" Id="Rc78ba41c7a4245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907b9e22d64311" /><Relationship Type="http://schemas.openxmlformats.org/officeDocument/2006/relationships/notesMaster" Target="/ppt/notesMasters/notesMaster1.xml" Id="Rc41b9213ebec4b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dcfe3b3ad04522" /><Relationship Type="http://schemas.openxmlformats.org/officeDocument/2006/relationships/notesMaster" Target="/ppt/notesMasters/notesMaster1.xml" Id="R1f32aeae47254c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7462b576ac4dee" /><Relationship Type="http://schemas.openxmlformats.org/officeDocument/2006/relationships/notesMaster" Target="/ppt/notesMasters/notesMaster1.xml" Id="R772336e8b8f141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4436ff09274fb4" /><Relationship Type="http://schemas.openxmlformats.org/officeDocument/2006/relationships/notesMaster" Target="/ppt/notesMasters/notesMaster1.xml" Id="Rfc920ad1ca434b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8caa4257549d5" /><Relationship Type="http://schemas.openxmlformats.org/officeDocument/2006/relationships/notesMaster" Target="/ppt/notesMasters/notesMaster1.xml" Id="R4ca6fb5fa5a44f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eff708b28d46e7" /><Relationship Type="http://schemas.openxmlformats.org/officeDocument/2006/relationships/notesMaster" Target="/ppt/notesMasters/notesMaster1.xml" Id="Rc2c569674ba747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1bbf3803934bdf" /><Relationship Type="http://schemas.openxmlformats.org/officeDocument/2006/relationships/notesMaster" Target="/ppt/notesMasters/notesMaster1.xml" Id="Re3ed1fb04da84a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2d963ce30c4838" /><Relationship Type="http://schemas.openxmlformats.org/officeDocument/2006/relationships/notesMaster" Target="/ppt/notesMasters/notesMaster1.xml" Id="Rfa00bf442dde44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8bf0499c424397" /><Relationship Type="http://schemas.openxmlformats.org/officeDocument/2006/relationships/notesMaster" Target="/ppt/notesMasters/notesMaster1.xml" Id="R5fd6f5e00d7142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 из списка семестровых проектов в Лабораторные_работы_СИИ.docx. Представьте своё имя и группу устно или добавьте их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Программа формирует предварительные гипотезы. Словарь фраз ограничен. Модели обучены на синтетическом датасете.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Модули pc_assistant/assistant.py, expert.py, production.py, logic.py, frames.py, network.py, ml.py. Общая база data/knowledge.json.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data/knowledge.json. В базе 18 симптомов, 7 гипотез, 23 правила, 15 фреймов, 22 узла и 22 ребра.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R02: power_on AND NOT screen_on =&gt; display_problem. R03: display_problem AND beeps =&gt; ram_failure. R04: display_problem AND NOT beeps =&gt; display_failure. NOT неизвестного остаётся неизвестным.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реального сценария demo: power_on=true, screen_on=false, beeps=true. R02, R03, R19. Объяснение раскрывает промежуточную цель до исходных фактов.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device -&gt; computer -&gt; desktop -&gt; office_pc. Слоты ОС наследуются, объём RAM переопределён в экземпляре. Модель содержит также laptop и student_laptop. Направление схемы от родителя к потомку.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data/knowledge.json, раздел network. 22 узла и 22 ребра. Пример направленного пути disk_noise -&gt; disk_failure -&gt; storage -&gt; computer. Алгоритм BFS возвращает кратчайший путь по числу рёбер.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data/dataset.csv и data/dataset.metadata.json. 1260 синтетических строк, 180 на класс. Групповой split по sha256(seed:vector) предотвращает попадание одинаковых векторов в разные части.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models/metrics.json. Accuracy и macro F1 рассчитаны на 244 тестовых примерах. Majority baseline использует самый частый класс train. Разница между Bayes и MLP не доказывает превосходство на реальных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Реализация NeuralNetwork в pc_assistant/ml.py. Масштабирование входа [-1,1], tanh скрытого слоя, softmax выходов. Ручные градиенты кросс-энтропии, NumPy. 600 эпох, шаг 0.18, минимальная validation loss на эпохе 591.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Сценарии и фактические ответы: docs/DEMO_RESULTS.json. python -m pc_assistant demo. Для неполного запроса необходимо уточнить beeps, прежде чем выбрать между памятью и изображением.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Проверки: python -m unittest discover -s tests -v. 31 тест. Локальный Git и история этапов существуют. GitHub пока не опубликован. Личные данные и защита заполняются и выполняются студентом.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db3601d2f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45259ab60a4b2c" /><Relationship Type="http://schemas.openxmlformats.org/officeDocument/2006/relationships/slideLayout" Target="/ppt/slideLayouts/slideLayout1.xml" Id="R510f72298b23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f72298b23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4021d0e534177" /><Relationship Type="http://schemas.openxmlformats.org/officeDocument/2006/relationships/notesSlide" Target="/ppt/notesSlides/notesSlide1.xml" Id="Re1833a18de5c4b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6c0e0e8b54a38" /><Relationship Type="http://schemas.openxmlformats.org/officeDocument/2006/relationships/notesSlide" Target="/ppt/notesSlides/notesSlide2.xml" Id="R63537900f04640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bfea023304699" /><Relationship Type="http://schemas.openxmlformats.org/officeDocument/2006/relationships/notesSlide" Target="/ppt/notesSlides/notesSlide3.xml" Id="R9621392a6995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07ce6e4b244fc" /><Relationship Type="http://schemas.openxmlformats.org/officeDocument/2006/relationships/notesSlide" Target="/ppt/notesSlides/notesSlide4.xml" Id="R2f6904e24b3c48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fc0c044254f0a" /><Relationship Type="http://schemas.openxmlformats.org/officeDocument/2006/relationships/notesSlide" Target="/ppt/notesSlides/notesSlide5.xml" Id="Rb228a373597a47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b0e83d6fb4f5c" /><Relationship Type="http://schemas.openxmlformats.org/officeDocument/2006/relationships/notesSlide" Target="/ppt/notesSlides/notesSlide6.xml" Id="R8e3f3b95c87a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b354273374130" /><Relationship Type="http://schemas.openxmlformats.org/officeDocument/2006/relationships/notesSlide" Target="/ppt/notesSlides/notesSlide7.xml" Id="R3be93bcace9f4b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63a326e90404b" /><Relationship Type="http://schemas.openxmlformats.org/officeDocument/2006/relationships/notesSlide" Target="/ppt/notesSlides/notesSlide8.xml" Id="Rd3cf86e0bf7049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bb90090414312" /><Relationship Type="http://schemas.openxmlformats.org/officeDocument/2006/relationships/chart" Target="/ppt/slides/charts/chart1.xml" Id="R72359af00b434d69" /><Relationship Type="http://schemas.openxmlformats.org/officeDocument/2006/relationships/notesSlide" Target="/ppt/notesSlides/notesSlide9.xml" Id="Ra3068ba224aa46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35bd180d643dd" /><Relationship Type="http://schemas.openxmlformats.org/officeDocument/2006/relationships/notesSlide" Target="/ppt/notesSlides/notesSlide10.xml" Id="Rc1b850444b1f41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5296cc09d49f8" /><Relationship Type="http://schemas.openxmlformats.org/officeDocument/2006/relationships/notesSlide" Target="/ppt/notesSlides/notesSlide11.xml" Id="R3a50fa9b9b5448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7b2d7323a4fe6" /><Relationship Type="http://schemas.openxmlformats.org/officeDocument/2006/relationships/notesSlide" Target="/ppt/notesSlides/notesSlide12.xml" Id="R5d891b10567c4d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add664c644803" /><Relationship Type="http://schemas.openxmlformats.org/officeDocument/2006/relationships/notesSlide" Target="/ppt/notesSlides/notesSlide13.xml" Id="R69408694b735400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Записей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840</c:v>
                </c:pt>
                <c:pt idx="1">
                  <c:v>176</c:v>
                </c:pt>
                <c:pt idx="2">
                  <c:v>244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10EA9-BBA0-43B0-8A05-08D4475B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ИИ-помощник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диагностике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компьютера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76F68-F587-444D-83D9-F6B465FE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8D9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9E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C6F26-6F39-4B72-93E2-5D777E9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8D9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8D9E1"/>
                </a:solidFill>
                <a:latin typeface="Arial"/>
                <a:ea typeface="Arial"/>
                <a:cs typeface="Arial"/>
              </a:rPr>
              <a:t>Семестровый проект по системам искусственного интеллекта</a:t>
            </a:r>
          </a:p>
        </p:txBody>
      </p:sp>
    </p:spTree>
    <p:extLst>
      <p:ext uri="{BB962C8B-B14F-4D97-AF65-F5344CB8AC3E}">
        <p14:creationId xmlns:p14="http://schemas.microsoft.com/office/powerpoint/2010/main" val="1343663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8EE56-B804-44CC-BA65-0F9B391D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Задача и область применения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F698E-FC82-42D1-9F2D-F3E5921F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FDDFC-999B-408D-83A7-21E59FF5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Пользователь описывает симптомы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6BEE-614E-4786-BF1E-61EEB143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Программа выделяет факты, выводит возможные причины</a:t>
            </a:r>
          </a:p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и показывает основания каждого вывода.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B58AF-300B-4528-8166-6234F1D2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Семь групп проблем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2EAAA-7BA4-49EA-AFFC-9343D0A3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Питание, изображение, память, охлаждение,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накопитель, сеть и программные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71BB8-B88E-4606-88A2-DB4F9511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Окончательный диагноз требует проверки устройства.</a:t>
            </a:r>
          </a:p>
        </p:txBody>
      </p:sp>
    </p:spTree>
    <p:extLst>
      <p:ext uri="{BB962C8B-B14F-4D97-AF65-F5344CB8AC3E}">
        <p14:creationId xmlns:p14="http://schemas.microsoft.com/office/powerpoint/2010/main" val="1246707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6388D-F7F2-421C-BF05-6F8F7DB7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Общая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3649D-59C6-4718-A7EB-E14ABB71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90073-4FA5-4A06-99AB-47BB3686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Русский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0CA35-B3A1-4D89-A25E-CC6C08BB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Известные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факты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751DE-A683-4F30-922B-2A99FE8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Вывод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по правилам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593E9-18E3-4C7F-AE3A-A7AEA402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Ответ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и объяснение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62250" y="28003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38800" y="28003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515350" y="28003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FD844-1423-4C58-95E9-10CD878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Фреймы задают свойства устройства и компонентов.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Семантическая сеть связывает симптомы и объекты.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Bayes и MLP формируют отдельный учебный рейтинг.</a:t>
            </a:r>
          </a:p>
        </p:txBody>
      </p:sp>
    </p:spTree>
    <p:extLst>
      <p:ext uri="{BB962C8B-B14F-4D97-AF65-F5344CB8AC3E}">
        <p14:creationId xmlns:p14="http://schemas.microsoft.com/office/powerpoint/2010/main" val="1235966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D9C70-61D2-4BE8-9017-70DC1934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База знаний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622E8-00A6-4C7E-A1A5-110F573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A2976-3A15-407E-B689-8D52FFCE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18 симптомов     23 правила     15 фреймов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36220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048250"/>
              </a:tblGrid>
              <a:tr h="4167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Гипотеза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питания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Блок питания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изображения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Монитор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памяти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Оперативная память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Перегрев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Охлаждение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диска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Накопитель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сети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Сетевой адаптер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Программный сбой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Операционная система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289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D5332-FD70-4008-B764-44FDDBF7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Логика и неизвестные наблюдения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3DC44-DBC2-4C63-B23E-655F6EC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56605-A002-47CE-BE94-FE1607C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Компьютер включается, но изображения нет.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609850"/>
          <a:ext xmlns:a="http://schemas.openxmlformats.org/drawingml/2006/main" cx="106680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4857750"/>
              </a:tblGrid>
              <a:tr h="600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Сигналы BIOS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R03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Гипотеза о памяти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R04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Гипотеза об изображении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Пока нет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Уточняющий вопрос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E8B3F-A9FA-4831-8F53-A2E7675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Операции AND, OR, NOT. Приоритет NOT, затем AND, затем OR.</a:t>
            </a:r>
          </a:p>
        </p:txBody>
      </p:sp>
    </p:spTree>
    <p:extLst>
      <p:ext uri="{BB962C8B-B14F-4D97-AF65-F5344CB8AC3E}">
        <p14:creationId xmlns:p14="http://schemas.microsoft.com/office/powerpoint/2010/main" val="1084269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EDC6F-FBF5-47C7-82A4-377C09B2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Прямой вывод и объяснение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D8AEF-B141-4C57-B4FA-1A75D048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C017B-6EB5-4C30-A411-044CEB71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Наблюдения: включается, чёрный экран, пищит.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0160F-A91C-412C-B677-8297191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533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power_on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NOT screen_on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6F37B-E112-4D05-BC97-C45D481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38450"/>
            <a:ext cx="2533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display_problem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CC0E1-DC3A-446A-8EEB-2F57DCFC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533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ram_failure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95650" y="34099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05675" y="34099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9042B-2C0B-4288-88D1-6C5177BD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194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0A5FE-5642-4EC3-A98C-B4D75129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R03 + beeps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3CCD4-C331-482F-9845-FCC21645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Каждый шаг сохраняет правило и посылки.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Правило R19 добавляет рекомендацию проверить память.</a:t>
            </a:r>
          </a:p>
        </p:txBody>
      </p:sp>
    </p:spTree>
    <p:extLst>
      <p:ext uri="{BB962C8B-B14F-4D97-AF65-F5344CB8AC3E}">
        <p14:creationId xmlns:p14="http://schemas.microsoft.com/office/powerpoint/2010/main" val="35113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BFF52-E57F-4DAF-884D-475BBFF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Фреймы и наследование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7CE74-6E92-4969-BB6B-B107CAE6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37B6E-B768-4AD9-9035-26B9171B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43050"/>
            <a:ext cx="2628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computer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 8 ГБ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434EA-A581-4D93-94C3-9ABC04F3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956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871EB-C530-4ACA-BFB2-7E409C62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laptop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Аккумулятор: 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5FDA8-4F04-457A-B058-B84327AF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624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office_pc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 16 ГБ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26CC9-9E8A-48FE-B09F-6CD7F61C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student_laptop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RAM 8 ГБ</a:t>
            </a:r>
          </a:p>
        </p:txBody>
      </p:sp>
      <p:cxnSp>
        <p:nvCxnSpPr>
          <p:cNvPr id="20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3105150" y="2400300"/>
            <a:ext cx="299085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400300"/>
            <a:ext cx="299085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105150" y="36766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086850" y="36766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C355B-F98C-4270-BAB1-D4EA6184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Windows наследуется от computer. Изменение экземпляра сохраняется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618006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2B16F-4BD4-4049-8946-689D953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Семантическая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EE8C-6ABC-4681-AA33-D75DE76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9671E-3156-42CD-BF07-AB9CDF9F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22 узла и 22 связи. Поиск кратчайшего пути алгоритмом BFS.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B180A-F018-49DC-ACB3-38979B3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Щелчки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диска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61415-97CF-45BD-886B-97004CFE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Проблема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диска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E8089-F3E8-4FDE-A994-8EEF8A38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Накопитель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E44E7-90F1-4667-A229-D7DC80C2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623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Компьютер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81300" y="3638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57850" y="3638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34400" y="3638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B21B4-0096-44AC-ACEB-9EC51CFB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765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indicates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12CE4-4A3F-4D1E-8E41-7E13C443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765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affects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BBE70-ACB2-49AA-999D-FF55793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765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part-of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6928-D549-4950-8388-0FEF41EC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Путь объясняет связь объектов.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Диагностическое заключение подтверждают условия правил.</a:t>
            </a:r>
          </a:p>
        </p:txBody>
      </p:sp>
    </p:spTree>
    <p:extLst>
      <p:ext uri="{BB962C8B-B14F-4D97-AF65-F5344CB8AC3E}">
        <p14:creationId xmlns:p14="http://schemas.microsoft.com/office/powerpoint/2010/main" val="1110696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4A15D-474B-427F-A986-67B6C6F4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Учебный датасет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348AE-0B77-4E2D-A8AD-6901D74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6858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359af00b434d6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D3DF2-C8ED-4758-AF49-770AA230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3718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1 260 примеров</a:t>
            </a:r>
          </a:p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18 бинарных признаков</a:t>
            </a:r>
          </a:p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7 классов</a:t>
            </a:r>
          </a:p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Seed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435A2-12B7-4CD5-A8F3-E063F55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67225"/>
            <a:ext cx="3371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Одинаковые векторы</a:t>
            </a:r>
          </a:p>
          <a:p xmlns:a="http://schemas.openxmlformats.org/drawingml/2006/main">
            <a:pPr algn="l">
              <a:defRPr sz="19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не пересекают выборки.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93ABE-3703-432D-958A-27ED5D52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Синтетические данные не измеряют качество реальной диагностики.</a:t>
            </a:r>
          </a:p>
        </p:txBody>
      </p:sp>
    </p:spTree>
    <p:extLst>
      <p:ext uri="{BB962C8B-B14F-4D97-AF65-F5344CB8AC3E}">
        <p14:creationId xmlns:p14="http://schemas.microsoft.com/office/powerpoint/2010/main" val="910370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6D1BF-DA47-4E2A-A9EE-D8889E9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Результаты классификации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0A2AC-1751-46C8-8A41-BF484B05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847850"/>
          <a:ext xmlns:a="http://schemas.openxmlformats.org/drawingml/2006/main" cx="106680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762250"/>
                <a:gridCol w="2762250"/>
              </a:tblGrid>
              <a:tr h="6524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 test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Majority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8,20%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 вычислялся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Bernoulli Naive Bayes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95,90%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0.9592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MLP 18–16–7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96,31%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0.9634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868C0-7C16-4863-B0FA-C6F6613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Оценка на 244 тестовых синтетических примерах.</a:t>
            </a:r>
          </a:p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Выбор весов MLP использует validation.</a:t>
            </a:r>
          </a:p>
        </p:txBody>
      </p:sp>
    </p:spTree>
    <p:extLst>
      <p:ext uri="{BB962C8B-B14F-4D97-AF65-F5344CB8AC3E}">
        <p14:creationId xmlns:p14="http://schemas.microsoft.com/office/powerpoint/2010/main" val="17304947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511CD-E5A0-4410-A211-CB7615DA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Простая нейронная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1B95A-D9B8-4DED-A7B4-C8596BB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B5169-879A-4270-9E8C-F76A39B1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18 входов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Симптомы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61D0B-FAF7-4826-BA1B-993AA1D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16 нейронов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tanh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F09A5-4AAD-4F61-878D-74D8C864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3335">
            <a:solidFill>
              <a:srgbClr val="087F8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7 выходов</a:t>
            </a:r>
          </a:p>
          <a:p xmlns:a="http://schemas.openxmlformats.org/drawingml/2006/main">
            <a:pPr algn="ctr">
              <a:defRPr sz="19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28765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28765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6F498-AE6A-4A02-A6B1-B9273651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6680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600 эпох, градиентный спуск, шаг 0,18.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Лучшие веса: эпоха 591.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10% признаков маскируются при обучении.</a:t>
            </a:r>
          </a:p>
        </p:txBody>
      </p:sp>
    </p:spTree>
    <p:extLst>
      <p:ext uri="{BB962C8B-B14F-4D97-AF65-F5344CB8AC3E}">
        <p14:creationId xmlns:p14="http://schemas.microsoft.com/office/powerpoint/2010/main" val="7096051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908E6-EA1D-47CC-B314-814791DC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Демонстрация помощника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444A4-1CD1-4E55-B8A9-1D2F497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6680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191000"/>
              </a:tblGrid>
              <a:tr h="6629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Запрос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42C4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Не включается, вентиляторы не вращаются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питания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Перегревается, вентилятор шумит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охлаждения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Включается, чёрный экран, пищит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Гипотеза о памяти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Включается, чёрный экран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Arial"/>
                          <a:ea typeface="Arial"/>
                          <a:cs typeface="Arial"/>
                        </a:rPr>
                        <a:t>Уточнить сигналы BIOS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6AEA6-ED68-4DA7-88CE-61ADBBA2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Запуск всех примеров: run.bat demo</a:t>
            </a:r>
          </a:p>
        </p:txBody>
      </p:sp>
    </p:spTree>
    <p:extLst>
      <p:ext uri="{BB962C8B-B14F-4D97-AF65-F5344CB8AC3E}">
        <p14:creationId xmlns:p14="http://schemas.microsoft.com/office/powerpoint/2010/main" val="5566281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97ACD-954F-4773-AAB1-7DB2ECD4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Готовность проекта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8E4BE-61DC-46A6-B6EC-FFDE5A2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B0000-17DA-4504-88DB-BAF661DC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Программа, знания и материалы готовы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1E446-18B9-41C2-A19F-1DDDD358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0668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31 автоматическая проверка.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README, отчёты, результаты моделей и сценарий защиты.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Локальная история Git по этапам недель 4–15.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25C06-2333-4B03-BD74-EFB6FEFC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Границы учебного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2BF8B-D81C-4DFC-BB82-1F06FB5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Словарь фраз ограничен, данные синтетические.</a:t>
            </a:r>
          </a:p>
          <a:p xmlns:a="http://schemas.openxmlformats.org/drawingml/2006/main">
            <a:pPr algn="l">
              <a:defRPr sz="2025" b="0">
                <a:solidFill>
                  <a:srgbClr val="5467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778"/>
                </a:solidFill>
                <a:latin typeface="Arial"/>
                <a:ea typeface="Arial"/>
                <a:cs typeface="Arial"/>
              </a:rPr>
              <a:t>Перед сдачей: личные данные, публикация GitHub и защита.</a:t>
            </a:r>
          </a:p>
        </p:txBody>
      </p:sp>
    </p:spTree>
    <p:extLst>
      <p:ext uri="{BB962C8B-B14F-4D97-AF65-F5344CB8AC3E}">
        <p14:creationId xmlns:p14="http://schemas.microsoft.com/office/powerpoint/2010/main" val="26792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2026-10-04T09:56:59.4250000Z</dcterms:created>
  <dcterms:modified xsi:type="dcterms:W3CDTF">2026-10-04T09:56:59.4250000Z</dcterms:modified>
</coreProperties>
</file>